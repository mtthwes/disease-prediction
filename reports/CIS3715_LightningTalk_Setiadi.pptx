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 Prediction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Symptom Profiles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Supervised and Unsupervised Machine 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Setiadi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3715  |  Dr. Hongchang Gao  |  Temple University  |  Spring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&amp; 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73152" cy="3291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25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diagnosing diseases from symptom profiles is critical, but symptom overlap between conditions makes this difficult.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machine learning models trained on binary symptom vectors reliably distinguish between diseases with similar presentations?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73152" cy="32918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325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4920" y="182880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supervised classifiers (Logistic Regression, KNN, Random Forest) against unsupervised clustering (K-Means, Agglomerative) on the same dataset.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whether symptom structure alone is enough for disease grouping without labels.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3715  |  Matthew Setiadi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920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246,945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97480" y="1143000"/>
            <a:ext cx="1920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9748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9748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Symptom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1920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773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Disease Labels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1143000"/>
            <a:ext cx="1920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9516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9516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804672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Pipeline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10896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top 15 most frequent diseases → 18,228 rows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276 zero-variance symptom columns → 101 clean features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Min-Max normalization (all values scaled to [0, 1])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train-test split (14,582 train / 3,646 test)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Disease-Symptom Dataset (Final_Augmented_dataset_Diseases_and_Symptoms.csv)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3715  |  Matthew Setiadi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0" cy="5029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Classification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 = 1000, random_state = 42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15 (5-fold CV from {3..15})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100, random_state = 42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Accuracy, Precision, Recall, F1, Confusion Matrix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84048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Clustering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(k=15)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 = 10, applied to PCA-30 features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Clustering (k=15)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linkage, applied to PCA-30 features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applied before clustering to reduce noise in distance computations (377 → 30 components)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Normalized Mutual Information (NMI)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3715  |  Matthew Setiadi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219456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37160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52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overall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(k=15)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Tied with LR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(NMI)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NMI = 0.96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Agglomerative (NMI)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NMI = 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E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36118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supervised models exceed 96% accuracy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recommended: simplest model with top performance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 (NMI = 0.96) nearly replicates supervised labels without any label access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confusion: acute bronchitis ↔ pneumonia, CRPS ↔ peripheral nerve disorder (clinically overlapping conditions)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 Prediction from Symptom Profiles</dc:title>
  <dc:subject>PptxGenJS Presentation</dc:subject>
  <dc:creator>Matthew Setiadi</dc:creator>
  <cp:lastModifiedBy>Matthew Setiadi</cp:lastModifiedBy>
  <cp:revision>1</cp:revision>
  <dcterms:created xsi:type="dcterms:W3CDTF">2026-04-21T12:44:25Z</dcterms:created>
  <dcterms:modified xsi:type="dcterms:W3CDTF">2026-04-21T12:44:25Z</dcterms:modified>
</cp:coreProperties>
</file>